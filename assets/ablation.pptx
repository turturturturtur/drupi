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099A4-3527-CE0F-BBCD-0A374B316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141A0E-D984-9585-A806-7314F0568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458EC6-9AEB-9BED-3C73-4A88E9F1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C6E4F-ABA5-80CC-3D6B-C7F04C7D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D5631F-AF5F-4D22-DAB2-E74C9ED3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5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47F05-CD76-1D90-7662-084D87E1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6B94C-F9C5-965D-1703-3BFE935CE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474D53-C8EF-D2F5-3609-9A3EEFCF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C005D-DCCF-92F7-43B5-56309231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23362A-4237-A60A-1BD5-5577B397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83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98FE2-77A7-F853-DB3E-DCA1133E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DD321F-44C0-A192-1998-D06EE7C3D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274A5C-4ECF-6FFC-DBAC-BCBB14AC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5A69FC-0F2B-8505-306E-866D3CB4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6F3E5-1E1E-626D-5332-DC0193CE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49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5ED7B3-66BF-2003-3791-C09862C9B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1DD072-DB4C-CC86-C9E5-29EF77C19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6E6E11-6CDD-9825-104D-9CA6943A0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2832BE-E4D5-5AC1-1F72-BD0F9DF6F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06D611-EBB2-13B3-A872-C74D7B0BD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BAF026-594F-D61B-61F0-5BD72565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29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4C26C-D8EE-EF05-2EAB-A2558457C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D44CC3-D808-70FC-AD0A-B89AE5EE9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A06AD0-FE7B-71D9-7992-3BD22BAB6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7A2A29-0FD2-F8EF-EC4E-563A09699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2AB2AA-E7CE-51BE-8664-531124079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D604F6-0289-BE59-1A3B-D5D1971A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22EB9E-3200-0BE9-7331-5F99D094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B01213-9817-6499-D248-AFF54E56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9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C741A-F986-0841-DA01-CF5E7FB5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C1A1A7-00AF-F979-D0A0-F93559F1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9E665D-0D48-3C8C-23E9-E717461B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FD2C30-66AA-CBD9-CD75-8E296F55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70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0A5F74-0B1C-A207-4748-F37076F0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B864AC-A393-A4BF-0F32-59E5B2C3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48C40F-784C-ED6A-BDD2-ADE45412A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80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6C2B1-228F-7F3F-864D-CC9682A5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120E35-EFAD-1CDD-5F12-77C1ACA62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161D84-14D2-6754-2572-B5C2B22B8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0B4AA2-59CD-D522-DDF6-5F38AD4C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3DB226-069C-9D5C-046D-95373E68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5D62F0-10B0-EED1-228D-A13A47A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99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C902A-5E00-6771-D73B-1998D2F93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6495FD-6E63-1A87-190F-ABC9D0021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BA93C2-109C-314E-2BB7-58E9280EA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805CE4-B841-730F-66AE-CB64CE1B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DE6397-2141-2990-4A41-610B9AD78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11B8AB-5472-0459-6CCA-D00B1811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27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12632-C896-EEF2-9735-408A38AE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06A741-14B2-3FB6-51FD-1235E561E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F9C028-E0EF-9A21-CD9A-4F65516B8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A5D72E-2511-47F0-1259-044C99D8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0CEE4E-2EAE-BB10-004B-F97258EBF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5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036025-03DA-746A-1CE9-3E581B74D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D6824D-6807-03CA-CB75-4D1F6C14C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3314C-FB8B-0A33-B8B6-DBB925E2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2E5A7F-E25E-BAA2-ACC5-2BAA2C170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0FCB32-08CB-6FC9-EEAE-CC19C6DC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25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F91340-A037-7160-5889-687B93B5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F67033-AA64-53FF-99C6-7EFE3B4B3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0B7751-878B-79DD-F7B2-0D72A1493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A071A-E92D-4D6B-9B0E-7863B0623932}" type="datetimeFigureOut">
              <a:rPr lang="zh-CN" altLang="en-US" smtClean="0"/>
              <a:t>2024-10-01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2F62CE-1D74-189A-A40A-CFAA32CB85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DAA6D7-B254-8C53-FCD8-840BD84F1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60DD5-7411-4B94-B208-68CD5E2B01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32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7597A83E-C60F-7384-166A-637C98CFF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3278" y="863221"/>
            <a:ext cx="7315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4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353CC06B-1788-87EF-6136-EEEC7C514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875" y="2288795"/>
            <a:ext cx="1440000" cy="2160000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F5B6CEA4-B6C9-D178-4452-8C5E654B9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8865" y="2288795"/>
            <a:ext cx="1440000" cy="2160000"/>
          </a:xfrm>
          <a:prstGeom prst="rect">
            <a:avLst/>
          </a:prstGeom>
        </p:spPr>
      </p:pic>
      <p:pic>
        <p:nvPicPr>
          <p:cNvPr id="3" name="图形 2">
            <a:extLst>
              <a:ext uri="{FF2B5EF4-FFF2-40B4-BE49-F238E27FC236}">
                <a16:creationId xmlns:a16="http://schemas.microsoft.com/office/drawing/2014/main" id="{C9A5A7DA-74F1-A0D7-46F2-7DA32BC5DD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0187" y="2288795"/>
            <a:ext cx="1440000" cy="2160000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D9A0E6AD-863C-760D-C8AA-8A6A13C8B4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78659" y="2380891"/>
            <a:ext cx="2160000" cy="21600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25F5CCDD-9F15-2391-98B6-D270081C6E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8659" y="2374311"/>
            <a:ext cx="2160000" cy="2160000"/>
          </a:xfrm>
          <a:prstGeom prst="rect">
            <a:avLst/>
          </a:prstGeom>
        </p:spPr>
      </p:pic>
      <p:cxnSp>
        <p:nvCxnSpPr>
          <p:cNvPr id="6" name="直线连接符 196">
            <a:extLst>
              <a:ext uri="{FF2B5EF4-FFF2-40B4-BE49-F238E27FC236}">
                <a16:creationId xmlns:a16="http://schemas.microsoft.com/office/drawing/2014/main" id="{06898AED-2E74-9481-97D7-F98BB6A56BE7}"/>
              </a:ext>
            </a:extLst>
          </p:cNvPr>
          <p:cNvCxnSpPr>
            <a:cxnSpLocks/>
          </p:cNvCxnSpPr>
          <p:nvPr/>
        </p:nvCxnSpPr>
        <p:spPr>
          <a:xfrm>
            <a:off x="4753035" y="2418244"/>
            <a:ext cx="0" cy="193008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C8A6771-1259-FA9E-5E08-D996CFD5CA51}"/>
              </a:ext>
            </a:extLst>
          </p:cNvPr>
          <p:cNvSpPr txBox="1"/>
          <p:nvPr/>
        </p:nvSpPr>
        <p:spPr>
          <a:xfrm>
            <a:off x="53263" y="4534310"/>
            <a:ext cx="27128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50" dirty="0">
                <a:latin typeface="Calisto MT" panose="02040603050505030304" pitchFamily="18" charset="0"/>
              </a:rPr>
              <a:t>(a) Different Methods to Synthesize Privileged Information</a:t>
            </a:r>
            <a:endParaRPr kumimoji="1" lang="zh-CN" altLang="en-US" sz="1050" dirty="0">
              <a:latin typeface="Calisto MT" panose="0204060305050503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BAC5120-15BE-E463-0308-3E5F64660E8D}"/>
              </a:ext>
            </a:extLst>
          </p:cNvPr>
          <p:cNvSpPr txBox="1"/>
          <p:nvPr/>
        </p:nvSpPr>
        <p:spPr>
          <a:xfrm>
            <a:off x="2205820" y="4534309"/>
            <a:ext cx="29216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" dirty="0">
                <a:latin typeface="Calisto MT" panose="02040603050505030304" pitchFamily="18" charset="0"/>
              </a:rPr>
              <a:t>(b) Impact of Feature Label Versatility</a:t>
            </a:r>
            <a:endParaRPr kumimoji="1" lang="zh-CN" altLang="en-US" sz="1000" dirty="0">
              <a:latin typeface="Calisto MT" panose="0204060305050503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50AF65-05E2-FDAF-31F3-003A3ABF4273}"/>
              </a:ext>
            </a:extLst>
          </p:cNvPr>
          <p:cNvSpPr txBox="1"/>
          <p:nvPr/>
        </p:nvSpPr>
        <p:spPr>
          <a:xfrm rot="16200000">
            <a:off x="-827662" y="2925840"/>
            <a:ext cx="2178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latin typeface="Calisto MT" panose="02040603050505030304" pitchFamily="18" charset="0"/>
              </a:rPr>
              <a:t>Evaluation Acc (%)</a:t>
            </a:r>
            <a:endParaRPr kumimoji="1" lang="zh-CN" altLang="en-US" sz="1200" dirty="0">
              <a:latin typeface="Calisto MT" panose="0204060305050503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6F02E9-4B12-281F-B980-E8105EF13B62}"/>
              </a:ext>
            </a:extLst>
          </p:cNvPr>
          <p:cNvSpPr txBox="1"/>
          <p:nvPr/>
        </p:nvSpPr>
        <p:spPr>
          <a:xfrm>
            <a:off x="5593680" y="4526615"/>
            <a:ext cx="271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50" dirty="0">
                <a:latin typeface="Calisto MT" panose="02040603050505030304" pitchFamily="18" charset="0"/>
              </a:rPr>
              <a:t>(c) Effect of the Supervision Layer Choice</a:t>
            </a:r>
            <a:endParaRPr kumimoji="1" lang="zh-CN" altLang="en-US" sz="1050" dirty="0">
              <a:latin typeface="Calisto MT" panose="0204060305050503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FA7648-FA74-0434-B288-F5A76C941F3D}"/>
              </a:ext>
            </a:extLst>
          </p:cNvPr>
          <p:cNvSpPr txBox="1"/>
          <p:nvPr/>
        </p:nvSpPr>
        <p:spPr>
          <a:xfrm>
            <a:off x="4301293" y="4303478"/>
            <a:ext cx="27128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Calisto MT" panose="02040603050505030304" pitchFamily="18" charset="0"/>
              </a:rPr>
              <a:t>CIFAR-100 IPC=1</a:t>
            </a:r>
            <a:endParaRPr kumimoji="1" lang="zh-CN" altLang="en-US" sz="900" dirty="0">
              <a:latin typeface="Calisto MT" panose="0204060305050503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1D9888-7747-1396-279E-9E2C45BB6848}"/>
              </a:ext>
            </a:extLst>
          </p:cNvPr>
          <p:cNvSpPr txBox="1"/>
          <p:nvPr/>
        </p:nvSpPr>
        <p:spPr>
          <a:xfrm>
            <a:off x="5616299" y="4316634"/>
            <a:ext cx="27128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Calisto MT" panose="02040603050505030304" pitchFamily="18" charset="0"/>
              </a:rPr>
              <a:t>CIFAR-10 IPC=1</a:t>
            </a:r>
            <a:endParaRPr kumimoji="1" lang="zh-CN" altLang="en-US" sz="900" dirty="0">
              <a:latin typeface="Calisto MT" panose="0204060305050503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E3D666C-EA66-7589-C59F-1B920FF7EE7D}"/>
              </a:ext>
            </a:extLst>
          </p:cNvPr>
          <p:cNvSpPr txBox="1"/>
          <p:nvPr/>
        </p:nvSpPr>
        <p:spPr>
          <a:xfrm>
            <a:off x="6972732" y="4303478"/>
            <a:ext cx="27128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900" dirty="0">
                <a:latin typeface="Calisto MT" panose="02040603050505030304" pitchFamily="18" charset="0"/>
              </a:rPr>
              <a:t>CIFAR-10 IPC=10</a:t>
            </a:r>
            <a:endParaRPr kumimoji="1" lang="zh-CN" altLang="en-US" sz="900" dirty="0">
              <a:latin typeface="Calisto MT" panose="02040603050505030304" pitchFamily="18" charset="0"/>
            </a:endParaRPr>
          </a:p>
        </p:txBody>
      </p:sp>
      <p:cxnSp>
        <p:nvCxnSpPr>
          <p:cNvPr id="18" name="直线连接符 196">
            <a:extLst>
              <a:ext uri="{FF2B5EF4-FFF2-40B4-BE49-F238E27FC236}">
                <a16:creationId xmlns:a16="http://schemas.microsoft.com/office/drawing/2014/main" id="{B2B21968-C912-17F6-828B-62DB273ACD11}"/>
              </a:ext>
            </a:extLst>
          </p:cNvPr>
          <p:cNvCxnSpPr>
            <a:cxnSpLocks/>
          </p:cNvCxnSpPr>
          <p:nvPr/>
        </p:nvCxnSpPr>
        <p:spPr>
          <a:xfrm>
            <a:off x="2478659" y="2418244"/>
            <a:ext cx="0" cy="193008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369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41</Words>
  <Application>Microsoft Office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Calisto MT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延泰 杨</dc:creator>
  <cp:lastModifiedBy>延泰 杨</cp:lastModifiedBy>
  <cp:revision>13</cp:revision>
  <cp:lastPrinted>2024-09-28T08:41:07Z</cp:lastPrinted>
  <dcterms:created xsi:type="dcterms:W3CDTF">2024-09-28T08:13:14Z</dcterms:created>
  <dcterms:modified xsi:type="dcterms:W3CDTF">2024-10-01T08:05:21Z</dcterms:modified>
</cp:coreProperties>
</file>